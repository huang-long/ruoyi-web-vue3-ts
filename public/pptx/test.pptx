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测试</a:t>
            </a:r>
            <a:endParaRPr lang="zh-CN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文件预览：</a:t>
            </a:r>
            <a:r>
              <a:rPr lang="en-US" altLang="zh-CN"/>
              <a:t>https://www.npmjs.com/package/@vue-office/</a:t>
            </a:r>
            <a:r>
              <a:rPr lang="en-US" altLang="zh-CN"/>
              <a:t>pptx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WPS 演示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hl</dc:creator>
  <cp:lastModifiedBy>hl</cp:lastModifiedBy>
  <cp:revision>5</cp:revision>
  <dcterms:created xsi:type="dcterms:W3CDTF">2023-08-09T12:44:00Z</dcterms:created>
  <dcterms:modified xsi:type="dcterms:W3CDTF">2025-12-04T07:55:31Z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8ED490CF067B4AFAB641A894A06C7E23_12</vt:lpwstr>
  </property>
</Properties>
</file>